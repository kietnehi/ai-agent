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LA-Net: Layer Attention Network for 3D-to-2D Retinal Vessel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Clinical Significance of Retinal Vessel Segmentation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tracted_page1_I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Vital for diagnosing Diabetic Retinopathy and other ocular conditions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Vessel density and curvature serve as biomarkers for Alzheimer’s disease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Automatic segmentation reduces workload and minimizes diagnostic errors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Enables quantitative analysis of the retinal vascular system at micrometer resolution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Challenges in Existing Segmentation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tracted_page2_I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Manual segmentation is laborious and depends heavily on expert knowledge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2D-to-2D methods require complex prior layer segmentation algorithms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Choroidal blood flow signals often interfere with retinal vessel visibility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Scattering noise in OCTA projection maps leads to significant errors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The LA-Net Framework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tracted_page9_Im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A dual-path architecture: 3D Projection Path and 2D Segmentation Path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Directly utilizes 3D OCTA volumes without requiring manual layer segmentation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Fuses OCT microstructure with OCTA blood flow information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Introduces specialized attention modules to enhance feature extraction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The 3D Projection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Fuses OCT and OCTA input data using 3D convolution blocks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Employs Unidirectional Pooling (UP) for feature selection and dimensionality reduction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Captures deep structural features before projecting to a 2D map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Optimizes network parameter count for enhanced inference 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Multi-Scale Layer Attention (MSLA)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tracted_page10_Im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Core component of the 3D path to mitigate choroidal interference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Uses varied dilation rates to expand the receptive field for 3D information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Leverages OCT layer features to attend to retinal vessels specifically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Effectively suppresses unwanted signals from the choroidal vessel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The 2D Segmentation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Refines the 2D projection maps generated by the 3D path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Compensates for vessel boundary information lost during downscaling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Uses a decoder structure to output the final retinal vessel prediction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Integrates boundary features to improve semantic understanding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Reverse Boundary Attention (RBA)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tracted_page11_Im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Designed to discover and preserve boundary and shape details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Focuses on non-salient regions in deep features to locate edges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Addresses the loss of detail caused by cascading convolutions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Enhances the precision of thin-and-small vascular structures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Experimental Results and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tracted_page12_Im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Evaluated on two subsets of the public OCTA-500 dataset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Achieved impressive Dice similarity coefficients of 93.04% and 89.74%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Outperformed state-of-the-art methods like IPN, IPN-V2, and PAENet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Demonstrated superior capability in handling complex retinal structures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Conclusion and Future Significance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LA-Net provides a reliable and automatic 3D-to-2D segmentation solution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MSLA and RBA modules successfully tackle depth and boundary challenges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Potential for application in various medical imaging projection tasks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solidFill>
                  <a:srgbClr val="444444"/>
                </a:solidFill>
              </a:defRPr>
            </a:pPr>
            <a:r>
              <a:t>Open-source implementation available for further research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