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 Slide for Explain Architecture Transformer (Attention Is All You Need)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Transformers are a type of neural network that has revolutionized natural language processing.</a:t>
            </a:r>
          </a:p>
          <a:p>
            <a:pPr/>
            <a:r>
              <a:t>They excel at tasks such as translation and summarization due to their attention mechanism.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 transformers, the attention mechanism allows each token in the input sequence to attend to different parts of the input.</a:t>
            </a:r>
          </a:p>
          <a:p>
            <a:pPr/>
            <a:r>
              <a:t>This enables effective modeling of dependencies between words or tokens.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Attention? Why Not Recurrent Neural Networks?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Recall that recurrent neural networks have long-term dependencies but suffer from vanishing/exploding gradients.</a:t>
            </a:r>
          </a:p>
          <a:p>
            <a:pPr/>
            <a:r>
              <a:t>By contrast, transformers use an attention mechanism which helps mitigate these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in Action - Self-Attention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Self-attention in transformers involves computing dot-products between all pairs of embeddings.</a:t>
            </a:r>
          </a:p>
          <a:p>
            <a:pPr/>
            <a:r>
              <a:t>This results in high-dimensional dot products that capture positional information effectively.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Transformer 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model consists of multiple layers stacked on top of each other.</a:t>
            </a:r>
          </a:p>
          <a:p>
            <a:pPr/>
            <a:r>
              <a:t>Each layer includes an embedding layer, multi-head self-attention block, and feedforward layer.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