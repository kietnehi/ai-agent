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Attention Is All You Need - A Deep Dive into the Transformer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Transformers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Transformers have revolutionized natural language processing.</a:t>
            </a:r>
          </a:p>
          <a:p>
            <a:pPr/>
            <a:r>
              <a:t>They excel at sequence prediction tasks with remarkable efficiency.</a:t>
            </a:r>
          </a:p>
        </p:txBody>
      </p:sp>
      <p:pic>
        <p:nvPicPr>
          <p:cNvPr id="4" name="Picture 3" descr="generated_99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Attention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The core of transformers' effectiveness lies in their attention mechanism.</a:t>
            </a:r>
          </a:p>
          <a:p>
            <a:pPr/>
            <a:r>
              <a:t>This allows them to focus on relevant parts of the input during training and inference.</a:t>
            </a:r>
          </a:p>
        </p:txBody>
      </p:sp>
      <p:pic>
        <p:nvPicPr>
          <p:cNvPr id="4" name="Picture 3" descr="generated_5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Benefits of Attention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Increased accuracy and efficiency in handling sequential data.</a:t>
            </a:r>
          </a:p>
          <a:p>
            <a:pPr/>
            <a:r>
              <a:t>Reduced computational complexity compared to recurrent neural networks.</a:t>
            </a:r>
          </a:p>
        </p:txBody>
      </p:sp>
      <p:pic>
        <p:nvPicPr>
          <p:cNvPr id="4" name="Picture 3" descr="generated_7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of Attention Mechanism in Different Fields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Text generation</a:t>
            </a:r>
          </a:p>
          <a:p>
            <a:pPr/>
            <a:r>
              <a:t>Machine translation</a:t>
            </a:r>
          </a:p>
          <a:p>
            <a:pPr/>
            <a:r>
              <a:t>Speech recognition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Prospects of Transformers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Advancements in hardware and software will further enhance transformer capabilities.</a:t>
            </a:r>
          </a:p>
          <a:p>
            <a:pPr/>
            <a:r>
              <a:t>Research into multi-task learning and self-supervised learning may lead to breakthroughs.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