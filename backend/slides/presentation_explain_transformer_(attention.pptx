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Explain Transformer (Attention Is All You Need)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Transformers are a type of neural network that has revolutionized natural language processing.</a:t>
            </a:r>
          </a:p>
          <a:p>
            <a:pPr/>
            <a:r>
              <a:t>They use self-attention mechanisms for efficient information retrieval and manipulation.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Self-Attention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Self-attention allows the model to weigh different parts of input sequences simultaneously.</a:t>
            </a:r>
          </a:p>
          <a:p>
            <a:pPr/>
            <a:r>
              <a:t>This mechanism helps in capturing dependencies between elements in the sequence.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Networks vs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Memory networks store past states to influence future predictions.</a:t>
            </a:r>
          </a:p>
          <a:p>
            <a:pPr/>
            <a:r>
              <a:t>Transformers do not have explicit memory but achieve similar results using attention.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Efficient handling of long-term dependencies through self-attention.</a:t>
            </a:r>
          </a:p>
          <a:p>
            <a:pPr/>
            <a:r>
              <a:t>Ability to capture complex patterns in data with ease.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Limited expressiveness compared to recurrent neural networks due to lack of internal state.</a:t>
            </a:r>
          </a:p>
          <a:p>
            <a:pPr/>
            <a:r>
              <a:t>Potential improvements include incorporating more sophisticated architectures like Gated Recurrent Units.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