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Document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Section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--- Content from Yang_2024_Phys._Med._Biol._69_045019.pdf --- Physics in Medicine &amp; Biology PAPER LA...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Section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performance enhancement, they are reliant on expert knowledge and susceptible to over ﬁtting challen...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Section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OCTA images. Thenetwork comprises two components: the 3D projection path and the 2D segmentation pat...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Section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) ) ( ) dd= =+~~ ~~XR e s C o n v B l o c k X GN W GN W X W X .521 33 1 4 1() ( ( ( ( ( ( )))))) ( )...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Section 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U-shaped structure, but we set the number of channels of this network uniformly to 64. We still use 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Section 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All the 2D-to-2D methods directly use the maximum projection maps between ILM and OPL in the OCTA-50...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Section 7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false negatives. As shown in ﬁgure6, we randomly selected several samples in OCTA_6M to compare the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Section 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a 3D projection path and a 2D segmentation path. Within the 3D path, our proposed MSLA module plays 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Section 9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Sheng Wang J and Zhen Sun W 2021 Unet retinal blood vessel segmentation algorithm based on improved 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